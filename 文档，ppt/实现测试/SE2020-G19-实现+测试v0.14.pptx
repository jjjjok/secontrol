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79" r:id="rId5"/>
    <p:sldId id="1417" r:id="rId6"/>
    <p:sldId id="1418" r:id="rId8"/>
    <p:sldId id="898" r:id="rId9"/>
    <p:sldId id="1412" r:id="rId10"/>
    <p:sldId id="1414" r:id="rId11"/>
    <p:sldId id="1415" r:id="rId12"/>
    <p:sldId id="1416" r:id="rId13"/>
    <p:sldId id="1411" r:id="rId14"/>
    <p:sldId id="1406" r:id="rId15"/>
    <p:sldId id="1407" r:id="rId16"/>
    <p:sldId id="1408" r:id="rId17"/>
    <p:sldId id="1409" r:id="rId18"/>
    <p:sldId id="1410" r:id="rId19"/>
    <p:sldId id="1420" r:id="rId20"/>
    <p:sldId id="1157" r:id="rId21"/>
    <p:sldId id="1435" r:id="rId22"/>
    <p:sldId id="1436" r:id="rId23"/>
    <p:sldId id="1453" r:id="rId24"/>
    <p:sldId id="1454" r:id="rId25"/>
    <p:sldId id="1421" r:id="rId26"/>
    <p:sldId id="1422" r:id="rId27"/>
    <p:sldId id="1423" r:id="rId28"/>
    <p:sldId id="1424" r:id="rId29"/>
    <p:sldId id="897" r:id="rId30"/>
    <p:sldId id="1426" r:id="rId31"/>
    <p:sldId id="1425" r:id="rId32"/>
    <p:sldId id="1427" r:id="rId33"/>
    <p:sldId id="1428" r:id="rId34"/>
    <p:sldId id="1429" r:id="rId35"/>
    <p:sldId id="1430" r:id="rId36"/>
    <p:sldId id="1431" r:id="rId37"/>
    <p:sldId id="1455" r:id="rId38"/>
    <p:sldId id="1456" r:id="rId39"/>
    <p:sldId id="1457" r:id="rId40"/>
    <p:sldId id="1458" r:id="rId41"/>
    <p:sldId id="1432" r:id="rId42"/>
    <p:sldId id="1433" r:id="rId43"/>
    <p:sldId id="620" r:id="rId4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  <p:cmAuthor id="3" name="梦在想你" initials="梦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196"/>
        <p:guide pos="1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package" Target="../embeddings/Document1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en-US" sz="3600" b="1" kern="0">
                <a:solidFill>
                  <a:schemeClr val="accent3"/>
                </a:solidFill>
                <a:cs typeface="+mn-ea"/>
                <a:sym typeface="+mn-lt"/>
              </a:rPr>
              <a:t>SE2020-G19-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翻转课堂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 </a:t>
            </a:r>
            <a:r>
              <a:rPr kumimoji="1" lang="zh-CN" altLang="en-US" sz="3200" b="1" kern="0">
                <a:solidFill>
                  <a:schemeClr val="accent3"/>
                </a:solidFill>
                <a:cs typeface="+mn-ea"/>
                <a:sym typeface="+mn-lt"/>
              </a:rPr>
              <a:t>项目成果演示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741327" y="510019"/>
            <a:ext cx="2214880" cy="3784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程序清单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编码规范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代码走查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用户反馈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会议记录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lang="zh-CN" altLang="en-US" sz="2000" b="1" kern="0">
                <a:solidFill>
                  <a:schemeClr val="accent3"/>
                </a:solidFill>
                <a:cs typeface="+mn-ea"/>
                <a:sym typeface="+mn-lt"/>
              </a:rPr>
              <a:t>甘特图及进程更新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kumimoji="1" lang="en-US" altLang="zh-CN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程序清单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7225" y="1682750"/>
            <a:ext cx="1913890" cy="1153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accent3"/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>
                <a:solidFill>
                  <a:schemeClr val="accent3"/>
                </a:solidFill>
                <a:effectLst/>
                <a:cs typeface="+mn-ea"/>
                <a:sym typeface="+mn-lt"/>
              </a:rPr>
              <a:t>程序清单</a:t>
            </a:r>
            <a:endParaRPr lang="zh-CN" altLang="en-US" sz="3200">
              <a:solidFill>
                <a:schemeClr val="accent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3395" y="488950"/>
            <a:ext cx="3794760" cy="401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3890" y="1682750"/>
            <a:ext cx="1913890" cy="1153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accent3"/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>
                <a:solidFill>
                  <a:schemeClr val="accent3"/>
                </a:solidFill>
                <a:effectLst/>
                <a:cs typeface="+mn-ea"/>
                <a:sym typeface="+mn-lt"/>
              </a:rPr>
              <a:t>程序清单</a:t>
            </a:r>
            <a:endParaRPr lang="zh-CN" altLang="en-US" sz="3200">
              <a:solidFill>
                <a:schemeClr val="accent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1175" y="299085"/>
            <a:ext cx="3041015" cy="4545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8005" y="358140"/>
            <a:ext cx="2395855" cy="4426585"/>
          </a:xfrm>
          <a:prstGeom prst="rect">
            <a:avLst/>
          </a:prstGeom>
        </p:spPr>
      </p:pic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0875" y="1682750"/>
            <a:ext cx="1913890" cy="1153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accent3"/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>
                <a:solidFill>
                  <a:schemeClr val="accent3"/>
                </a:solidFill>
                <a:effectLst/>
                <a:cs typeface="+mn-ea"/>
                <a:sym typeface="+mn-lt"/>
              </a:rPr>
              <a:t>程序清单</a:t>
            </a:r>
            <a:endParaRPr lang="zh-CN" altLang="en-US" sz="3200">
              <a:solidFill>
                <a:schemeClr val="accent3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编码规范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28365" y="716280"/>
            <a:ext cx="4098925" cy="371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6060" y="414655"/>
            <a:ext cx="615759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方法名、参数名、变量名统一使用驼峰命名法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代码命名不能以下划线或者特殊符号开头或者结尾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不论是类名还是方法名，都需要让成员能够从名字能看出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是做什么的，而不至于看见名字而完全不知道其作用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面向不同业务的方法应该放在对应的业务类中，不能随意在类中写方法。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5.Dao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层不应出现业务逻辑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6.Dao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层的方法在调用完毕后应主动关闭连接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7.Bean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中的类名应与表名保持一致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23490" y="473710"/>
            <a:ext cx="604075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8.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包名：全部使用小写，点分隔符之间有且仅有一个单词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9.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方法名获取单个对象使用get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10.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插入使用insert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删除使用delete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方法名修改使用update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一行代码不能太长，控制在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个单词以内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一个方法如果太长，需要在有明显区别的逻辑之间加上适当的空格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15.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每个方法前应加上适当的注释说明作用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代码走查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67840" y="437515"/>
            <a:ext cx="5667375" cy="4184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625" y="624840"/>
            <a:ext cx="6911340" cy="361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90" y="472440"/>
            <a:ext cx="6362700" cy="3916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991870"/>
            <a:ext cx="6743700" cy="300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480" y="374015"/>
            <a:ext cx="6763385" cy="4395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800100" progId="Word.Document.12">
                  <p:embed/>
                </p:oleObj>
              </mc:Choice>
              <mc:Fallback>
                <p:oleObj name="" showAsIcon="1" r:id="rId1" imgW="971550" imgH="80010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用户反馈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346075"/>
            <a:ext cx="5259070" cy="4222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15" y="448310"/>
            <a:ext cx="6516370" cy="4246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790" y="393065"/>
            <a:ext cx="5784215" cy="4357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对前台商品板块进行实现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对用户主页板块进行实现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板块进行实现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，并主要负责前端页面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测试阶段分工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用户主页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商品主页板块进行测试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605" y="1406525"/>
            <a:ext cx="5473700" cy="3267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10" y="385445"/>
            <a:ext cx="6644640" cy="1021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1755994" y="2187274"/>
            <a:ext cx="4653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0769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525" y="500380"/>
            <a:ext cx="4153535" cy="414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255" y="622935"/>
            <a:ext cx="6784975" cy="403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295" y="323850"/>
            <a:ext cx="5252720" cy="4408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用户手册更新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655" y="407670"/>
            <a:ext cx="6420485" cy="390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用户手册更新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605" y="320675"/>
            <a:ext cx="4887595" cy="435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用户手册更新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255" y="395605"/>
            <a:ext cx="6534150" cy="4431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详细设计更新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695" y="396875"/>
            <a:ext cx="6489065" cy="434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商品主页模块编写，用户中心模块测试，测试报告制作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89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用户中心模块功能学习编写，后台管理模块测试，</a:t>
                      </a: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制作，测试报告制作</a:t>
                      </a:r>
                      <a:endParaRPr lang="zh-CN" altLang="en-US" sz="1015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88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89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88.8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前端页面学习并编写，管理员功能编写，商品主页模块测试，</a:t>
                      </a: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修改，测试报告制作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87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89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87.4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KSO_WM_UNIT_PLACING_PICTURE_USER_VIEWPORT" val="{&quot;height&quot;:10956,&quot;width&quot;:8136}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KSO_WM_UNIT_PLACING_PICTURE_USER_VIEWPORT" val="{&quot;height&quot;:9912,&quot;width&quot;:10080}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PA" val="v4.1.3"/>
</p:tagLst>
</file>

<file path=ppt/tags/tag15.xml><?xml version="1.0" encoding="utf-8"?>
<p:tagLst xmlns:p="http://schemas.openxmlformats.org/presentationml/2006/main">
  <p:tag name="PA" val="v4.1.3"/>
</p:tagLst>
</file>

<file path=ppt/tags/tag16.xml><?xml version="1.0" encoding="utf-8"?>
<p:tagLst xmlns:p="http://schemas.openxmlformats.org/presentationml/2006/main">
  <p:tag name="KSO_WM_UNIT_TABLE_BEAUTIFY" val="smartTable{ab41c473-45b7-48b2-b9f0-75195b46ce51}"/>
</p:tagLst>
</file>

<file path=ppt/tags/tag17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3418</Words>
  <Application>WPS 演示</Application>
  <PresentationFormat>全屏显示(16:9)</PresentationFormat>
  <Paragraphs>368</Paragraphs>
  <Slides>41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黑体</vt:lpstr>
      <vt:lpstr>Arial Unicode MS</vt:lpstr>
      <vt:lpstr>等线</vt:lpstr>
      <vt:lpstr>Calibri</vt:lpstr>
      <vt:lpstr>第一PPT，www.1ppt.com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867</cp:revision>
  <dcterms:created xsi:type="dcterms:W3CDTF">2019-06-21T02:16:00Z</dcterms:created>
  <dcterms:modified xsi:type="dcterms:W3CDTF">2020-12-31T03:45:16Z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